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171450"/>
            <a:ext cx="8801100" cy="3714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71450" y="535781"/>
            <a:ext cx="8801100" cy="7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2"/>
          <p:cNvSpPr/>
          <p:nvPr/>
        </p:nvSpPr>
        <p:spPr>
          <a:xfrm>
            <a:off x="171450" y="171450"/>
            <a:ext cx="39948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spc="1" kern="0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ИТОГИ ТЕСТИРОВАНИЯ ИИ-ЧАТБОТА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11566" y="310753"/>
            <a:ext cx="216098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Статус функционала и обратная связь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67" y="807244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1513" y="678656"/>
            <a:ext cx="37933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Охват настройки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71513" y="878681"/>
            <a:ext cx="3793331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чата настроена на </a:t>
            </a:r>
            <a:r>
              <a:rPr lang="en-US" sz="700" b="1" dirty="0">
                <a:solidFill>
                  <a:srgbClr val="5959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 источников</a:t>
            </a:r>
            <a:r>
              <a:rPr lang="en-US" sz="75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для </a:t>
            </a:r>
            <a:r>
              <a:rPr lang="en-US" sz="700" b="1" dirty="0">
                <a:solidFill>
                  <a:srgbClr val="5959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дашбордов</a:t>
            </a:r>
            <a:r>
              <a:rPr lang="en-US" sz="75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671513" y="1070837"/>
            <a:ext cx="732234" cy="182166"/>
          </a:xfrm>
          <a:prstGeom prst="rect">
            <a:avLst/>
          </a:prstGeom>
          <a:solidFill>
            <a:srgbClr val="F8F9FA"/>
          </a:solidFill>
          <a:ln w="9144">
            <a:solidFill>
              <a:srgbClr val="E5E5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1513" y="1070837"/>
            <a:ext cx="732234" cy="18216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[Дашборд 1]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1446609" y="1070837"/>
            <a:ext cx="750094" cy="182166"/>
          </a:xfrm>
          <a:prstGeom prst="rect">
            <a:avLst/>
          </a:prstGeom>
          <a:solidFill>
            <a:srgbClr val="F8F9FA"/>
          </a:solidFill>
          <a:ln w="9144">
            <a:solidFill>
              <a:srgbClr val="E5E5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446609" y="1070837"/>
            <a:ext cx="750094" cy="18216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[Дашборд 2]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2239566" y="1070837"/>
            <a:ext cx="750094" cy="182166"/>
          </a:xfrm>
          <a:prstGeom prst="rect">
            <a:avLst/>
          </a:prstGeom>
          <a:solidFill>
            <a:srgbClr val="F8F9FA"/>
          </a:solidFill>
          <a:ln w="9144">
            <a:solidFill>
              <a:srgbClr val="E5E5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39566" y="1070837"/>
            <a:ext cx="750094" cy="18216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[Дашборд 3]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3032522" y="1070837"/>
            <a:ext cx="753666" cy="182166"/>
          </a:xfrm>
          <a:prstGeom prst="rect">
            <a:avLst/>
          </a:prstGeom>
          <a:solidFill>
            <a:srgbClr val="F8F9FA"/>
          </a:solidFill>
          <a:ln w="9144">
            <a:solidFill>
              <a:srgbClr val="E5E5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32522" y="1070837"/>
            <a:ext cx="753666" cy="18216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[Дашборд 4]</a:t>
            </a:r>
            <a:endParaRPr lang="en-US" sz="650" dirty="0"/>
          </a:p>
        </p:txBody>
      </p:sp>
      <p:sp>
        <p:nvSpPr>
          <p:cNvPr id="18" name="Shape 14"/>
          <p:cNvSpPr/>
          <p:nvPr/>
        </p:nvSpPr>
        <p:spPr>
          <a:xfrm>
            <a:off x="671513" y="1295865"/>
            <a:ext cx="750094" cy="182166"/>
          </a:xfrm>
          <a:prstGeom prst="rect">
            <a:avLst/>
          </a:prstGeom>
          <a:solidFill>
            <a:srgbClr val="F8F9FA"/>
          </a:solidFill>
          <a:ln w="9144">
            <a:solidFill>
              <a:srgbClr val="E5E5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1513" y="1295865"/>
            <a:ext cx="750094" cy="182166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[Дашборд 5]</a:t>
            </a:r>
            <a:endParaRPr lang="en-US" sz="6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881" y="807244"/>
            <a:ext cx="142875" cy="1428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6356" y="678656"/>
            <a:ext cx="37933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Ограничения источников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136356" y="878681"/>
            <a:ext cx="3793331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чата требуется особый вид источников. Переформатирование текущих </a:t>
            </a:r>
            <a:r>
              <a:rPr lang="en-US" sz="75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источников — </a:t>
            </a:r>
            <a:r>
              <a:rPr lang="en-US" sz="700" b="1" dirty="0">
                <a:solidFill>
                  <a:srgbClr val="5959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трудозатратно</a:t>
            </a:r>
            <a:r>
              <a:rPr lang="en-US" sz="75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а часть из них технически невозможно </a:t>
            </a:r>
            <a:r>
              <a:rPr lang="en-US" sz="75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переформатировать.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171450" y="1728062"/>
            <a:ext cx="200025" cy="200025"/>
          </a:xfrm>
          <a:prstGeom prst="rect">
            <a:avLst/>
          </a:prstGeom>
          <a:solidFill>
            <a:srgbClr val="177C6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1770924"/>
            <a:ext cx="114300" cy="114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42913" y="1756637"/>
            <a:ext cx="165377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Успешный функционал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14325" y="2028099"/>
            <a:ext cx="252174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Точные ответы на </a:t>
            </a: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простые вопросы</a:t>
            </a: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 данным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314325" y="2351354"/>
            <a:ext cx="27467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Корректный </a:t>
            </a: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расчет динамики</a:t>
            </a: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выявление трендов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314325" y="2674609"/>
            <a:ext cx="34254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Подбор ближайшего по смыслу ответа на </a:t>
            </a: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некорректный вопрос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314325" y="2997864"/>
            <a:ext cx="193238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 </a:t>
            </a: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устойчивость к инъекциям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4643438" y="1728062"/>
            <a:ext cx="200025" cy="2000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770924"/>
            <a:ext cx="114300" cy="1143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14900" y="1756637"/>
            <a:ext cx="30468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Требуемые доработки (решены частично)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786313" y="2028099"/>
            <a:ext cx="34397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Производительность:</a:t>
            </a: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долгое формирование ответов на запросы</a:t>
            </a:r>
            <a:endParaRPr lang="en-US" sz="750" dirty="0"/>
          </a:p>
        </p:txBody>
      </p:sp>
      <p:sp>
        <p:nvSpPr>
          <p:cNvPr id="34" name="Text 27"/>
          <p:cNvSpPr/>
          <p:nvPr/>
        </p:nvSpPr>
        <p:spPr>
          <a:xfrm>
            <a:off x="4786313" y="2351354"/>
            <a:ext cx="395406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Ограничения:</a:t>
            </a: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лимит в выборе 100 строк; не отвечает на сложные вопросы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4786313" y="2674609"/>
            <a:ext cx="410765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Контекст:</a:t>
            </a: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путает источники, смешивает контекст, не возвращается к диалогу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4786313" y="2997864"/>
            <a:ext cx="246102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Форматы:</a:t>
            </a: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не обрабатывает фото и скриншоты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4786313" y="3321118"/>
            <a:ext cx="41862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UX/UI:</a:t>
            </a: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выводит все свои мысли (визуальный шум), внешний вид длинных </a:t>
            </a:r>
            <a:r>
              <a:rPr lang="en-US" sz="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сообщений тяжелый для восприятия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2026-09-14T11:50:12Z</dcterms:created>
  <dcterms:modified xsi:type="dcterms:W3CDTF">2026-09-14T11:50:12Z</dcterms:modified>
</cp:coreProperties>
</file>