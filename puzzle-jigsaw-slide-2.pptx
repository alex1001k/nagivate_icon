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82296"/>
            <a:ext cx="8741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→ Отчётность → Аналитика → Управление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1168" y="338328"/>
            <a:ext cx="8741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элемента пока не состыкованы — вот какие агенты и CLI-инструменты нужно спроектировать чтобы они сложились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01168" y="548640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7" name="Image 0" descr="/mnt/user-data/outputs/puzzle_gap_h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468880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" y="1005840"/>
            <a:ext cx="1161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780062" y="1005840"/>
            <a:ext cx="1161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3776" y="2343973"/>
            <a:ext cx="1161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780062" y="2343973"/>
            <a:ext cx="1161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0040" y="34930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куска подходят друг другу — но пока не собраны в одну картину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429000" y="749808"/>
            <a:ext cx="551383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0E3B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29000" y="749808"/>
            <a:ext cx="82296" cy="969264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5" name="Text 12"/>
          <p:cNvSpPr/>
          <p:nvPr/>
        </p:nvSpPr>
        <p:spPr>
          <a:xfrm>
            <a:off x="3593592" y="786384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93592" y="960120"/>
            <a:ext cx="5239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данным не только для дата-инженера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593592" y="1133856"/>
            <a:ext cx="5239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Агент-каталогизатор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сам описывает витрины на естественном языке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поиска источника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находит таблицу по смыслу вопроса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0E3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фаст-трек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новая витрина без участия инженера</a:t>
            </a:r>
            <a:endParaRPr lang="en-US" sz="660" dirty="0"/>
          </a:p>
        </p:txBody>
      </p:sp>
      <p:sp>
        <p:nvSpPr>
          <p:cNvPr id="18" name="Shape 15"/>
          <p:cNvSpPr/>
          <p:nvPr/>
        </p:nvSpPr>
        <p:spPr>
          <a:xfrm>
            <a:off x="3429000" y="1801368"/>
            <a:ext cx="551383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1E6B4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29000" y="1801368"/>
            <a:ext cx="82296" cy="969264"/>
          </a:xfrm>
          <a:prstGeom prst="rect">
            <a:avLst/>
          </a:prstGeom>
          <a:solidFill>
            <a:srgbClr val="1E6B4F"/>
          </a:solidFill>
          <a:ln/>
        </p:spPr>
      </p:sp>
      <p:sp>
        <p:nvSpPr>
          <p:cNvPr id="20" name="Text 17"/>
          <p:cNvSpPr/>
          <p:nvPr/>
        </p:nvSpPr>
        <p:spPr>
          <a:xfrm>
            <a:off x="3593592" y="1837944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593592" y="2011680"/>
            <a:ext cx="5239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онлайн — не дольше минуты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3593592" y="2185416"/>
            <a:ext cx="5239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Агент-генератор отчёта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строит визуал на лету по запросу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агентных шаблонов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под типовые сущности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CLI-триггер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автообновление без ручной команды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3429000" y="2852928"/>
            <a:ext cx="551383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2E8B6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29000" y="2852928"/>
            <a:ext cx="82296" cy="969264"/>
          </a:xfrm>
          <a:prstGeom prst="rect">
            <a:avLst/>
          </a:prstGeom>
          <a:solidFill>
            <a:srgbClr val="2E8B65"/>
          </a:solidFill>
          <a:ln/>
        </p:spPr>
      </p:sp>
      <p:sp>
        <p:nvSpPr>
          <p:cNvPr id="25" name="Text 22"/>
          <p:cNvSpPr/>
          <p:nvPr/>
        </p:nvSpPr>
        <p:spPr>
          <a:xfrm>
            <a:off x="3593592" y="2889504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593592" y="3063240"/>
            <a:ext cx="5239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закрывает 50% вопросов без аналитика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593592" y="3236976"/>
            <a:ext cx="5239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Агент-подсказчик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предлагает готовый сценарий анализа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CLI-доступ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для продвинутых пользователей напрямую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2E8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Аналитик-эксперт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подключается только к сложным 50%</a:t>
            </a:r>
            <a:endParaRPr lang="en-US" sz="660" dirty="0"/>
          </a:p>
        </p:txBody>
      </p:sp>
      <p:sp>
        <p:nvSpPr>
          <p:cNvPr id="28" name="Shape 25"/>
          <p:cNvSpPr/>
          <p:nvPr/>
        </p:nvSpPr>
        <p:spPr>
          <a:xfrm>
            <a:off x="3429000" y="3904488"/>
            <a:ext cx="5513832" cy="969264"/>
          </a:xfrm>
          <a:prstGeom prst="roundRect">
            <a:avLst>
              <a:gd name="adj" fmla="val 4717"/>
            </a:avLst>
          </a:prstGeom>
          <a:solidFill>
            <a:srgbClr val="FAFAFA"/>
          </a:solidFill>
          <a:ln w="13970">
            <a:solidFill>
              <a:srgbClr val="4CAA7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29000" y="3904488"/>
            <a:ext cx="82296" cy="969264"/>
          </a:xfrm>
          <a:prstGeom prst="rect">
            <a:avLst/>
          </a:prstGeom>
          <a:solidFill>
            <a:srgbClr val="4CAA7D"/>
          </a:solidFill>
          <a:ln/>
        </p:spPr>
      </p:sp>
      <p:sp>
        <p:nvSpPr>
          <p:cNvPr id="30" name="Text 27"/>
          <p:cNvSpPr/>
          <p:nvPr/>
        </p:nvSpPr>
        <p:spPr>
          <a:xfrm>
            <a:off x="3593592" y="3941064"/>
            <a:ext cx="5239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593592" y="4114800"/>
            <a:ext cx="5239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онтология — иначе рекомендации не обоснованы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593592" y="4288536"/>
            <a:ext cx="5239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Агент-рекомендатель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формулирует варианты действия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связи с онтологией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обосновывает вывод через граф</a:t>
            </a:r>
            <a:endParaRPr lang="en-US" sz="6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4CA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66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человека</a:t>
            </a:r>
            <a:pPr indent="0" marL="0">
              <a:lnSpc>
                <a:spcPct val="11500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агент предлагает, человек утверждает</a:t>
            </a:r>
            <a:endParaRPr lang="en-US" sz="660" dirty="0"/>
          </a:p>
        </p:txBody>
      </p:sp>
      <p:sp>
        <p:nvSpPr>
          <p:cNvPr id="33" name="Shape 30"/>
          <p:cNvSpPr/>
          <p:nvPr/>
        </p:nvSpPr>
        <p:spPr>
          <a:xfrm>
            <a:off x="201168" y="5001768"/>
            <a:ext cx="8741664" cy="310896"/>
          </a:xfrm>
          <a:prstGeom prst="roundRect">
            <a:avLst>
              <a:gd name="adj" fmla="val 14706"/>
            </a:avLst>
          </a:prstGeom>
          <a:solidFill>
            <a:srgbClr val="1A4A3A"/>
          </a:solidFill>
          <a:ln/>
        </p:spPr>
      </p:sp>
      <p:sp>
        <p:nvSpPr>
          <p:cNvPr id="34" name="Text 31"/>
          <p:cNvSpPr/>
          <p:nvPr/>
        </p:nvSpPr>
        <p:spPr>
          <a:xfrm>
            <a:off x="329184" y="5001768"/>
            <a:ext cx="8485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 — спроектировать каждого агента отдельно: вход, источник данных, формат ответа, кто принимает результат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2026-08-31T14:29:23Z</dcterms:created>
  <dcterms:modified xsi:type="dcterms:W3CDTF">2026-08-31T14:29:23Z</dcterms:modified>
</cp:coreProperties>
</file>