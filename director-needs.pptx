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09728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нужно директору и что для этого требуется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512064"/>
            <a:ext cx="8686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566928"/>
            <a:ext cx="1993392" cy="310896"/>
          </a:xfrm>
          <a:prstGeom prst="roundRect">
            <a:avLst>
              <a:gd name="adj" fmla="val 11765"/>
            </a:avLst>
          </a:prstGeom>
          <a:solidFill>
            <a:srgbClr val="1B4F8A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" y="56692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ДИРЕКТОР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" y="93268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хочет получить: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56032" y="1152144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Ответ, а не данные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6032" y="1408176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«Почему упала маржа»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6032" y="1664208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Один экран с главным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032" y="1920240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Сигнал до того как узнал сам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" y="2176272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Уверенность что цифра верна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032" y="2432304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Факт vs план vs норма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032" y="2688336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Тренд, а не точку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6032" y="2944368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Кто отвечает, что делают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6032" y="3200400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Drill-down по желанию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01168" y="3520440"/>
            <a:ext cx="1993392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3566160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нужно: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6032" y="3767328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Ежедневно — лента событий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 алерту — аномалия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 запросу — drill-down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31136" y="219456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76272" y="24871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требует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523744" y="566928"/>
            <a:ext cx="1993392" cy="310896"/>
          </a:xfrm>
          <a:prstGeom prst="roundRect">
            <a:avLst>
              <a:gd name="adj" fmla="val 11765"/>
            </a:avLst>
          </a:prstGeom>
          <a:solidFill>
            <a:srgbClr val="1D7A4E"/>
          </a:solidFill>
          <a:ln/>
        </p:spPr>
      </p:sp>
      <p:sp>
        <p:nvSpPr>
          <p:cNvPr id="23" name="Text 21"/>
          <p:cNvSpPr/>
          <p:nvPr/>
        </p:nvSpPr>
        <p:spPr>
          <a:xfrm>
            <a:off x="2523744" y="56692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23744" y="93268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делает для директора: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78608" y="1152144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Отвечает на конкретный вопрос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78608" y="1408176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Собирает регулярные отчёты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578608" y="1664208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Следит за метриками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78608" y="1920240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Интерпретирует отклонения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578608" y="2176272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Готовит drill-down по запросу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578608" y="2432304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Настраивает алерты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23744" y="2743200"/>
            <a:ext cx="1993392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23744" y="2798064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нужно от системы: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578608" y="3017520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Единое место — чистые данные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578608" y="3255264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Одно определение метрики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578608" y="3493008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Ad-hoc без IT-запроса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578608" y="3730752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Авто-рассылка без ручной сборки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578608" y="3968496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Lineage — откуда цифра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578608" y="4206240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Алерт раньше чем позвонят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53712" y="219456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498848" y="24871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требует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846320" y="566928"/>
            <a:ext cx="1993392" cy="310896"/>
          </a:xfrm>
          <a:prstGeom prst="roundRect">
            <a:avLst>
              <a:gd name="adj" fmla="val 11765"/>
            </a:avLst>
          </a:prstGeom>
          <a:solidFill>
            <a:srgbClr val="7B3FA0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56692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46320" y="93268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Данные: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901184" y="1152144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DWH / Lakehouse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01184" y="1371600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ETL пайплайны + расписание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901184" y="1591056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Каталог данных + owner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901184" y="1810512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Контроль качества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46320" y="208483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Семантика: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901184" y="2286000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Семантический слой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901184" y="2505456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Единые формулы метрик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901184" y="2724912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Онтология / иерархия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901184" y="2944368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Каталог метрик + lineage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46320" y="321868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Отчётность: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901184" y="3419856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Дашборд лидера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901184" y="3639312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Self-service аналитику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901184" y="3858768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Алерты + маршрутизация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901184" y="4078224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Авто-рассылка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876288" y="219456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6803136" y="2487168"/>
            <a:ext cx="402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9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блокирует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7168896" y="566928"/>
            <a:ext cx="1993392" cy="310896"/>
          </a:xfrm>
          <a:prstGeom prst="roundRect">
            <a:avLst>
              <a:gd name="adj" fmla="val 11765"/>
            </a:avLst>
          </a:prstGeom>
          <a:solidFill>
            <a:srgbClr val="B94040"/>
          </a:solidFill>
          <a:ln/>
        </p:spPr>
      </p:sp>
      <p:sp>
        <p:nvSpPr>
          <p:cNvPr id="61" name="Text 59"/>
          <p:cNvSpPr/>
          <p:nvPr/>
        </p:nvSpPr>
        <p:spPr>
          <a:xfrm>
            <a:off x="7168896" y="56692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168896" y="93268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9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и качество: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223760" y="1152144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Нет единого источника правды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223760" y="1389888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Разные цифры в разных системах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223760" y="1627632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Данные устаревают или теряются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168896" y="190195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9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Процессы: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223760" y="2121408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Нет owner у метрики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223760" y="2359152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Нет SLA на свежесть данных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223760" y="2596896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Ручная сборка отчётов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168896" y="2871216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9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 и договорённости: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7223760" y="3090672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Нет единого определения KPI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7223760" y="3328416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Разные версии у команд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223760" y="3566160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Нет регламента реакции на алерт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168896" y="3840480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9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Инструменты: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7223760" y="4041648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Нет семантического слоя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Нет каталога данных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Нет онтологии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212848" y="566928"/>
            <a:ext cx="0" cy="4187952"/>
          </a:xfrm>
          <a:prstGeom prst="line">
            <a:avLst/>
          </a:prstGeom>
          <a:noFill/>
          <a:ln w="6350">
            <a:solidFill>
              <a:srgbClr val="CCCCCC"/>
            </a:solidFill>
            <a:prstDash val="sysDash"/>
          </a:ln>
        </p:spPr>
      </p:sp>
      <p:sp>
        <p:nvSpPr>
          <p:cNvPr id="77" name="Shape 75"/>
          <p:cNvSpPr/>
          <p:nvPr/>
        </p:nvSpPr>
        <p:spPr>
          <a:xfrm>
            <a:off x="4535424" y="566928"/>
            <a:ext cx="0" cy="4187952"/>
          </a:xfrm>
          <a:prstGeom prst="line">
            <a:avLst/>
          </a:prstGeom>
          <a:noFill/>
          <a:ln w="6350">
            <a:solidFill>
              <a:srgbClr val="CCCCCC"/>
            </a:solidFill>
            <a:prstDash val="sysDash"/>
          </a:ln>
        </p:spPr>
      </p:sp>
      <p:sp>
        <p:nvSpPr>
          <p:cNvPr id="78" name="Shape 76"/>
          <p:cNvSpPr/>
          <p:nvPr/>
        </p:nvSpPr>
        <p:spPr>
          <a:xfrm>
            <a:off x="6858000" y="566928"/>
            <a:ext cx="0" cy="4187952"/>
          </a:xfrm>
          <a:prstGeom prst="line">
            <a:avLst/>
          </a:prstGeom>
          <a:noFill/>
          <a:ln w="6350">
            <a:solidFill>
              <a:srgbClr val="CCCCCC"/>
            </a:solidFill>
            <a:prstDash val="sysDash"/>
          </a:ln>
        </p:spPr>
      </p:sp>
      <p:sp>
        <p:nvSpPr>
          <p:cNvPr id="79" name="Shape 77"/>
          <p:cNvSpPr/>
          <p:nvPr/>
        </p:nvSpPr>
        <p:spPr>
          <a:xfrm>
            <a:off x="228600" y="4791456"/>
            <a:ext cx="86868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28600" y="484632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Добавь статус: ✓ реализовано  /  ◑ частично  /  ○ потребность  /  ✗ ограничение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2026-08-07T07:18:31Z</dcterms:created>
  <dcterms:modified xsi:type="dcterms:W3CDTF">2026-08-07T07:18:31Z</dcterms:modified>
</cp:coreProperties>
</file>