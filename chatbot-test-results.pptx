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4A3A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128016"/>
            <a:ext cx="87416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 чат-бота по дашбордам: что показало наблюдение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01168" y="457200"/>
            <a:ext cx="8741664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512064"/>
            <a:ext cx="8741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Главное — не баги, а архитектурные ограничения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1168" y="749808"/>
            <a:ext cx="4343400" cy="969264"/>
          </a:xfrm>
          <a:prstGeom prst="roundRect">
            <a:avLst>
              <a:gd name="adj" fmla="val 6604"/>
            </a:avLst>
          </a:prstGeom>
          <a:solidFill>
            <a:srgbClr val="FDECEA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0896" y="85953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310896" y="8595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94944" y="80467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Жёсткий обрез в 100 строк из источника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4944" y="111556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запросу нужно больше — либо считает очень долго, либо тихо отдаёт ответ по неполной выборке, не предупреждая об этом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4636008" y="749808"/>
            <a:ext cx="4343400" cy="969264"/>
          </a:xfrm>
          <a:prstGeom prst="roundRect">
            <a:avLst>
              <a:gd name="adj" fmla="val 6604"/>
            </a:avLst>
          </a:prstGeom>
          <a:solidFill>
            <a:srgbClr val="FDECEA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45736" y="85953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4745736" y="8595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29784" y="80467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Работает только с моделями данных — а их почти нет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29784" y="111556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Бот технически готов, но ему почти нечем пользоваться: источников в виде готовых моделей данных на входе сейчас критически мало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201168" y="1901952"/>
            <a:ext cx="434340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6510">
            <a:solidFill>
              <a:srgbClr val="2E7D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1168" y="1901952"/>
            <a:ext cx="4343400" cy="402336"/>
          </a:xfrm>
          <a:prstGeom prst="roundRect">
            <a:avLst>
              <a:gd name="adj" fmla="val 18182"/>
            </a:avLst>
          </a:prstGeom>
          <a:solidFill>
            <a:srgbClr val="2E7D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01168" y="2121408"/>
            <a:ext cx="4343400" cy="182880"/>
          </a:xfrm>
          <a:prstGeom prst="rect">
            <a:avLst/>
          </a:prstGeom>
          <a:solidFill>
            <a:srgbClr val="2E7D5E"/>
          </a:solidFill>
          <a:ln/>
        </p:spPr>
      </p:sp>
      <p:sp>
        <p:nvSpPr>
          <p:cNvPr id="20" name="Text 18"/>
          <p:cNvSpPr/>
          <p:nvPr/>
        </p:nvSpPr>
        <p:spPr>
          <a:xfrm>
            <a:off x="329184" y="1901952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Работает уверенно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29184" y="2432304"/>
            <a:ext cx="4087368" cy="493776"/>
          </a:xfrm>
          <a:prstGeom prst="roundRect">
            <a:avLst>
              <a:gd name="adj" fmla="val 9259"/>
            </a:avLst>
          </a:prstGeom>
          <a:solidFill>
            <a:srgbClr val="E8F5F0"/>
          </a:solidFill>
          <a:ln/>
        </p:spPr>
      </p:sp>
      <p:sp>
        <p:nvSpPr>
          <p:cNvPr id="22" name="Text 20"/>
          <p:cNvSpPr/>
          <p:nvPr/>
        </p:nvSpPr>
        <p:spPr>
          <a:xfrm>
            <a:off x="420624" y="2459736"/>
            <a:ext cx="3904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Простые фактические вопросы по данным — отвечает верно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329184" y="2999232"/>
            <a:ext cx="4087368" cy="493776"/>
          </a:xfrm>
          <a:prstGeom prst="roundRect">
            <a:avLst>
              <a:gd name="adj" fmla="val 9259"/>
            </a:avLst>
          </a:prstGeom>
          <a:solidFill>
            <a:srgbClr val="E8F5F0"/>
          </a:solidFill>
          <a:ln/>
        </p:spPr>
      </p:sp>
      <p:sp>
        <p:nvSpPr>
          <p:cNvPr id="24" name="Text 22"/>
          <p:cNvSpPr/>
          <p:nvPr/>
        </p:nvSpPr>
        <p:spPr>
          <a:xfrm>
            <a:off x="420624" y="3026664"/>
            <a:ext cx="3904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Корректно считает динамику и тренды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329184" y="3566160"/>
            <a:ext cx="4087368" cy="493776"/>
          </a:xfrm>
          <a:prstGeom prst="roundRect">
            <a:avLst>
              <a:gd name="adj" fmla="val 9259"/>
            </a:avLst>
          </a:prstGeom>
          <a:solidFill>
            <a:srgbClr val="E8F5F0"/>
          </a:solidFill>
          <a:ln/>
        </p:spPr>
      </p:sp>
      <p:sp>
        <p:nvSpPr>
          <p:cNvPr id="26" name="Text 24"/>
          <p:cNvSpPr/>
          <p:nvPr/>
        </p:nvSpPr>
        <p:spPr>
          <a:xfrm>
            <a:off x="420624" y="3593592"/>
            <a:ext cx="3904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На неконкретный вопрос подбирает ближайший по смыслу — не отказывает и не теряется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329184" y="4133088"/>
            <a:ext cx="4087368" cy="493776"/>
          </a:xfrm>
          <a:prstGeom prst="roundRect">
            <a:avLst>
              <a:gd name="adj" fmla="val 9259"/>
            </a:avLst>
          </a:prstGeom>
          <a:solidFill>
            <a:srgbClr val="E8F5F0"/>
          </a:solidFill>
          <a:ln/>
        </p:spPr>
      </p:sp>
      <p:sp>
        <p:nvSpPr>
          <p:cNvPr id="28" name="Text 26"/>
          <p:cNvSpPr/>
          <p:nvPr/>
        </p:nvSpPr>
        <p:spPr>
          <a:xfrm>
            <a:off x="420624" y="4160520"/>
            <a:ext cx="3904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Устойчив к prompt injection — не поддаётся попыткам вмешаться в логику ответа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4636008" y="1901952"/>
            <a:ext cx="434340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6510">
            <a:solidFill>
              <a:srgbClr val="C87A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36008" y="1901952"/>
            <a:ext cx="4343400" cy="402336"/>
          </a:xfrm>
          <a:prstGeom prst="roundRect">
            <a:avLst>
              <a:gd name="adj" fmla="val 18182"/>
            </a:avLst>
          </a:prstGeom>
          <a:solidFill>
            <a:srgbClr val="C87A00"/>
          </a:solidFill>
          <a:ln/>
        </p:spPr>
      </p:sp>
      <p:sp>
        <p:nvSpPr>
          <p:cNvPr id="31" name="Shape 29"/>
          <p:cNvSpPr/>
          <p:nvPr/>
        </p:nvSpPr>
        <p:spPr>
          <a:xfrm>
            <a:off x="4636008" y="2121408"/>
            <a:ext cx="4343400" cy="182880"/>
          </a:xfrm>
          <a:prstGeom prst="rect">
            <a:avLst/>
          </a:prstGeom>
          <a:solidFill>
            <a:srgbClr val="C87A00"/>
          </a:solidFill>
          <a:ln/>
        </p:spPr>
      </p:sp>
      <p:sp>
        <p:nvSpPr>
          <p:cNvPr id="32" name="Text 30"/>
          <p:cNvSpPr/>
          <p:nvPr/>
        </p:nvSpPr>
        <p:spPr>
          <a:xfrm>
            <a:off x="4764024" y="1901952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Требует доработки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764024" y="2432304"/>
            <a:ext cx="4087368" cy="493776"/>
          </a:xfrm>
          <a:prstGeom prst="roundRect">
            <a:avLst>
              <a:gd name="adj" fmla="val 9259"/>
            </a:avLst>
          </a:prstGeom>
          <a:solidFill>
            <a:srgbClr val="FDF2E0"/>
          </a:solidFill>
          <a:ln/>
        </p:spPr>
      </p:sp>
      <p:sp>
        <p:nvSpPr>
          <p:cNvPr id="34" name="Text 32"/>
          <p:cNvSpPr/>
          <p:nvPr/>
        </p:nvSpPr>
        <p:spPr>
          <a:xfrm>
            <a:off x="4855464" y="2459736"/>
            <a:ext cx="3904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  На сложные вопросы иногда уходит в долгое «размышление» без ответа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4764024" y="2999232"/>
            <a:ext cx="4087368" cy="493776"/>
          </a:xfrm>
          <a:prstGeom prst="roundRect">
            <a:avLst>
              <a:gd name="adj" fmla="val 9259"/>
            </a:avLst>
          </a:prstGeom>
          <a:solidFill>
            <a:srgbClr val="FDF2E0"/>
          </a:solidFill>
          <a:ln/>
        </p:spPr>
      </p:sp>
      <p:sp>
        <p:nvSpPr>
          <p:cNvPr id="36" name="Text 34"/>
          <p:cNvSpPr/>
          <p:nvPr/>
        </p:nvSpPr>
        <p:spPr>
          <a:xfrm>
            <a:off x="4855464" y="3026664"/>
            <a:ext cx="3904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  Иногда путает источники данных между собой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4764024" y="3566160"/>
            <a:ext cx="4087368" cy="493776"/>
          </a:xfrm>
          <a:prstGeom prst="roundRect">
            <a:avLst>
              <a:gd name="adj" fmla="val 9259"/>
            </a:avLst>
          </a:prstGeom>
          <a:solidFill>
            <a:srgbClr val="FDF2E0"/>
          </a:solidFill>
          <a:ln/>
        </p:spPr>
      </p:sp>
      <p:sp>
        <p:nvSpPr>
          <p:cNvPr id="38" name="Text 36"/>
          <p:cNvSpPr/>
          <p:nvPr/>
        </p:nvSpPr>
        <p:spPr>
          <a:xfrm>
            <a:off x="4855464" y="3593592"/>
            <a:ext cx="3904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  Смешивает контекст разных вопросов в диалоге — накладывает один на другой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4764024" y="4133088"/>
            <a:ext cx="4087368" cy="493776"/>
          </a:xfrm>
          <a:prstGeom prst="roundRect">
            <a:avLst>
              <a:gd name="adj" fmla="val 9259"/>
            </a:avLst>
          </a:prstGeom>
          <a:solidFill>
            <a:srgbClr val="FDF2E0"/>
          </a:solidFill>
          <a:ln/>
        </p:spPr>
      </p:sp>
      <p:sp>
        <p:nvSpPr>
          <p:cNvPr id="40" name="Text 38"/>
          <p:cNvSpPr/>
          <p:nvPr/>
        </p:nvSpPr>
        <p:spPr>
          <a:xfrm>
            <a:off x="4855464" y="4160520"/>
            <a:ext cx="3904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  Не обрабатывает фото и скриншоты — работает только с текстом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201168" y="4791456"/>
            <a:ext cx="8741664" cy="18288"/>
          </a:xfrm>
          <a:prstGeom prst="roundRect">
            <a:avLst/>
          </a:prstGeom>
          <a:solidFill>
            <a:srgbClr val="DDDDDD"/>
          </a:solidFill>
          <a:ln/>
        </p:spPr>
      </p:sp>
      <p:sp>
        <p:nvSpPr>
          <p:cNvPr id="42" name="Shape 40"/>
          <p:cNvSpPr/>
          <p:nvPr/>
        </p:nvSpPr>
        <p:spPr>
          <a:xfrm>
            <a:off x="0" y="4937760"/>
            <a:ext cx="9144000" cy="210312"/>
          </a:xfrm>
          <a:prstGeom prst="rect">
            <a:avLst/>
          </a:prstGeom>
          <a:solidFill>
            <a:srgbClr val="0D073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2026-08-28T10:13:15Z</dcterms:created>
  <dcterms:modified xsi:type="dcterms:W3CDTF">2026-08-28T10:13:15Z</dcterms:modified>
</cp:coreProperties>
</file>