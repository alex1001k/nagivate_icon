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возникает потребность к наблюдению и как её закрыть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" y="438912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493776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источника метрик для наблюдения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31520"/>
            <a:ext cx="2121408" cy="234086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31520"/>
            <a:ext cx="2121408" cy="493776"/>
          </a:xfrm>
          <a:prstGeom prst="roundRect">
            <a:avLst>
              <a:gd name="adj" fmla="val 11111"/>
            </a:avLst>
          </a:prstGeom>
          <a:solidFill>
            <a:srgbClr val="1A4A3A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" y="1005840"/>
            <a:ext cx="2121408" cy="21945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" y="82296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822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7863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руководителей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1024128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КПЭ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1298448"/>
            <a:ext cx="19019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Даёт: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Целевые метрики и пороги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Выполнение план / факт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Прогнозы достижения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Факторный анализ отклонений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2505456"/>
            <a:ext cx="1901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2615184"/>
            <a:ext cx="128016" cy="128016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578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 покрыто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95728" y="731520"/>
            <a:ext cx="2121408" cy="234086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95728" y="731520"/>
            <a:ext cx="2121408" cy="493776"/>
          </a:xfrm>
          <a:prstGeom prst="roundRect">
            <a:avLst>
              <a:gd name="adj" fmla="val 11111"/>
            </a:avLst>
          </a:prstGeom>
          <a:solidFill>
            <a:srgbClr val="1A4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5728" y="1005840"/>
            <a:ext cx="2121408" cy="21945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2487168" y="82296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487168" y="822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79776" y="7863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модель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1024128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элемент — обязательная сущность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23744" y="1298448"/>
            <a:ext cx="19019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Даёт: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Дерево метрик от прибыли вниз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Процентный и комиссионный доход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Фондирование, резервы, OPEX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05456" y="2505456"/>
            <a:ext cx="1901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3744" y="2615184"/>
            <a:ext cx="128016" cy="12801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2578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Покрыто частично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0288" y="731520"/>
            <a:ext cx="2121408" cy="234086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731520"/>
            <a:ext cx="2121408" cy="493776"/>
          </a:xfrm>
          <a:prstGeom prst="roundRect">
            <a:avLst>
              <a:gd name="adj" fmla="val 11111"/>
            </a:avLst>
          </a:prstGeom>
          <a:solidFill>
            <a:srgbClr val="1A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90288" y="1005840"/>
            <a:ext cx="2121408" cy="21945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82296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681728" y="822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74336" y="7863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Продуктовый каталог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81728" y="1024128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продукт — сущность с типовым набором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18304" y="1298448"/>
            <a:ext cx="19019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Даёт: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Объём и динамика продукта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Доходность и проникновение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Отток и качество портфеля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Единый шаблон наблюдения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0016" y="2505456"/>
            <a:ext cx="1901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18304" y="261518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578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Покрыто мало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84848" y="731520"/>
            <a:ext cx="2121408" cy="234086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84848" y="731520"/>
            <a:ext cx="2121408" cy="493776"/>
          </a:xfrm>
          <a:prstGeom prst="roundRect">
            <a:avLst>
              <a:gd name="adj" fmla="val 11111"/>
            </a:avLst>
          </a:prstGeom>
          <a:solidFill>
            <a:srgbClr val="1A4A3A"/>
          </a:solidFill>
          <a:ln/>
        </p:spPr>
      </p:sp>
      <p:sp>
        <p:nvSpPr>
          <p:cNvPr id="42" name="Shape 40"/>
          <p:cNvSpPr/>
          <p:nvPr/>
        </p:nvSpPr>
        <p:spPr>
          <a:xfrm>
            <a:off x="6784848" y="1005840"/>
            <a:ext cx="2121408" cy="21945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3" name="Shape 41"/>
          <p:cNvSpPr/>
          <p:nvPr/>
        </p:nvSpPr>
        <p:spPr>
          <a:xfrm>
            <a:off x="6876288" y="82296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76288" y="822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68896" y="7863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Обязательная отчётность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76288" y="1024128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ЦБ, МСФО, риск-метрики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12864" y="1298448"/>
            <a:ext cx="19019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Даёт: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Нормативы достаточности капитала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Ликвидность и лимиты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NPL, просрочка, резервы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Регуляторные пороги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94576" y="2505456"/>
            <a:ext cx="1901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12864" y="2615184"/>
            <a:ext cx="128016" cy="128016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77456" y="25786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Покрыто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01168" y="3163824"/>
            <a:ext cx="8741664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1168" y="3236976"/>
            <a:ext cx="8741664" cy="347472"/>
          </a:xfrm>
          <a:prstGeom prst="roundRect">
            <a:avLst>
              <a:gd name="adj" fmla="val 13158"/>
            </a:avLst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2369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все потребности отдельными отчётами невозможно и неправильно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01168" y="3657600"/>
            <a:ext cx="4297680" cy="1316736"/>
          </a:xfrm>
          <a:prstGeom prst="roundRect">
            <a:avLst>
              <a:gd name="adj" fmla="val 4167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3721608"/>
            <a:ext cx="4078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путь через отчёты тупиковый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10896" y="3950208"/>
            <a:ext cx="4078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Комбинаций сущность × метрика × разрез × период — тысячи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отчёт — недели разработки и согласования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Половина отчётов открывается один раз и забывается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Поддерживать растущий каталог невозможно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45152" y="3657600"/>
            <a:ext cx="4297680" cy="1316736"/>
          </a:xfrm>
          <a:prstGeom prst="roundRect">
            <a:avLst>
              <a:gd name="adj" fmla="val 4167"/>
            </a:avLst>
          </a:prstGeom>
          <a:solidFill>
            <a:srgbClr val="E8F5F0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721608"/>
            <a:ext cx="4078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Правильный путь: отчёт генерируется под запрос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54880" y="3950208"/>
            <a:ext cx="4078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Онтология сущностей — система понимает что такое «ипотека», «сегмент», «канал»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Семантический слой — единые формулы метрик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10–15 шаблонов визуализации на тип сущности вместо 1000 отчётов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AI-агент собирает ответ на лету по запросу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2026-08-13T07:56:12Z</dcterms:created>
  <dcterms:modified xsi:type="dcterms:W3CDTF">2026-08-13T07:56:12Z</dcterms:modified>
</cp:coreProperties>
</file>