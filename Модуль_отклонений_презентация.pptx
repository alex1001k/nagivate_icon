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Sticky factor</c:v>
                </c:pt>
              </c:strCache>
            </c:strRef>
          </c:tx>
          <c:spPr>
            <a:solidFill>
              <a:srgbClr val="3C8558"/>
            </a:solidFill>
            <a:ln w="38100" cap="flat">
              <a:solidFill>
                <a:srgbClr val="3C855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C8558"/>
              </a:solidFill>
              <a:ln w="9525" cap="flat">
                <a:solidFill>
                  <a:srgbClr val="3C85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(тек.)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33</c:v>
                </c:pt>
                <c:pt idx="3">
                  <c:v>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DDE3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 отклонений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пилота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C7594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 зашло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[указать проблему 1]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[указать проблему 2]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[указать проблему 3]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91072" y="15544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05472" y="1874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ожидаем в будущем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11112" y="256032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[указать ожидание 1]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[указать ожидание 2]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[указать ожидание 3]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54864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4864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текущем виде продукт не приносит дополнительной ценности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Сценарная аналитика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выведены в продукт — первые наблюдения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Вывели сценарии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 доступна пользователям в продукте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91072" y="150876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65392" y="1828800"/>
            <a:ext cx="502920" cy="502920"/>
          </a:xfrm>
          <a:prstGeom prst="ellipse">
            <a:avLst/>
          </a:prstGeom>
          <a:solidFill>
            <a:srgbClr val="C7594C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7251192" y="1645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Видим, что не пользуются
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[указать метрику / охват использования]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1274552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246120"/>
            <a:ext cx="4722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не зашло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46314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[что не понравилось 1]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[что не понравилось 2]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[что не понравилось 3]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77356" y="3246120"/>
            <a:ext cx="47228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хотелось бы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77356" y="3749040"/>
            <a:ext cx="46314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[пожелание 1]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[пожелание 2]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[пожелание 3]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55321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D99A2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3212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Действие:  </a:t>
            </a:r>
            <a:pPr indent="0" marL="0">
              <a:buNone/>
            </a:pPr>
            <a:r>
              <a:rPr lang="en-US" sz="16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просим обратную связь от пользователей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Sticky factor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вовлечённости — рост опережает план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на конец года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C85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выполняется — до конца года есть запас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383280" y="1691640"/>
          <a:ext cx="24688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38328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иллюстративная динамика — заменить фактическими данными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0" y="1508760"/>
            <a:ext cx="4873752" cy="2331720"/>
          </a:xfrm>
          <a:prstGeom prst="roundRect">
            <a:avLst>
              <a:gd name="adj" fmla="val 313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26680" y="17830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Руководители активно пользуются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178040" y="246888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 контур на Product Owners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78040" y="2880360"/>
            <a:ext cx="1979676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2926080"/>
            <a:ext cx="1979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178040" y="3410712"/>
            <a:ext cx="1979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текущих пользователей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432036" y="2880360"/>
            <a:ext cx="1979676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9432036" y="2926080"/>
            <a:ext cx="1979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85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+[M]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432036" y="3410712"/>
            <a:ext cx="1979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 добавляем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114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закрепился среди руководителей — переходим к масштабированию на Product Owners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2026-07-13T11:32:41Z</dcterms:created>
  <dcterms:modified xsi:type="dcterms:W3CDTF">2026-07-13T11:32:41Z</dcterms:modified>
</cp:coreProperties>
</file>