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формируются текстовые брифы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пайплайн: от сырых фактов в CSV до готового текста для BI — без ручной работы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68880" y="2985516"/>
            <a:ext cx="256032" cy="292608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4690872" y="2985516"/>
            <a:ext cx="256032" cy="292608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6912864" y="2985516"/>
            <a:ext cx="256032" cy="292608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9134856" y="2985516"/>
            <a:ext cx="256032" cy="292608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34440"/>
            <a:ext cx="1965960" cy="3794760"/>
          </a:xfrm>
          <a:prstGeom prst="roundRect">
            <a:avLst>
              <a:gd name="adj" fmla="val 4186"/>
            </a:avLst>
          </a:prstGeom>
          <a:solidFill>
            <a:srgbClr val="F7F9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399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" y="185623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" y="2221992"/>
            <a:ext cx="165506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fact_pokazateli.csv — факт, план, прогноз по месяцам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dim_pokazateli.csv — метаданные показателя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driver_links.csv — связи многие-ко-многим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24912" y="1234440"/>
            <a:ext cx="1965960" cy="3794760"/>
          </a:xfrm>
          <a:prstGeom prst="roundRect">
            <a:avLst>
              <a:gd name="adj" fmla="val 4186"/>
            </a:avLst>
          </a:prstGeom>
          <a:solidFill>
            <a:srgbClr val="F7F9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89504" y="1399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889504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9504" y="185623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правил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9504" y="222199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каждую пару «показатель + месяц», независимо друг от друга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9504" y="2606040"/>
            <a:ext cx="1655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План: |факт/план−1| ≥ 1%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МоМ: |Δ к пред. мес.| ≥ 1%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 (z-score) ≥ 1.8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 по IQR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|Δ год-к-году| ≥ 15%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Устойчивый тренд, 3+ мес.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Скачок волатильности ×1.8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46904" y="1234440"/>
            <a:ext cx="1965960" cy="3794760"/>
          </a:xfrm>
          <a:prstGeom prst="roundRect">
            <a:avLst>
              <a:gd name="adj" fmla="val 4186"/>
            </a:avLst>
          </a:prstGeom>
          <a:solidFill>
            <a:srgbClr val="F7F9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11496" y="1399032"/>
            <a:ext cx="384048" cy="384048"/>
          </a:xfrm>
          <a:prstGeom prst="ellipse">
            <a:avLst/>
          </a:prstGeom>
          <a:solidFill>
            <a:srgbClr val="FAB219"/>
          </a:solidFill>
          <a:ln/>
        </p:spPr>
      </p:sp>
      <p:sp>
        <p:nvSpPr>
          <p:cNvPr id="21" name="Text 19"/>
          <p:cNvSpPr/>
          <p:nvPr/>
        </p:nvSpPr>
        <p:spPr>
          <a:xfrm>
            <a:off x="5111496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1496" y="185623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11496" y="2221992"/>
            <a:ext cx="165506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сработавшие правила → «есть отклонение»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причина — самая весомая по силе сигнала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Серьёзность: критично / заметно / низкая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68896" y="1234440"/>
            <a:ext cx="1965960" cy="3794760"/>
          </a:xfrm>
          <a:prstGeom prst="roundRect">
            <a:avLst>
              <a:gd name="adj" fmla="val 4186"/>
            </a:avLst>
          </a:prstGeom>
          <a:solidFill>
            <a:srgbClr val="F7F9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399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33488" y="185623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брифа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33488" y="2221992"/>
            <a:ext cx="165506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Факт/прогноз + % выполнения плана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к пред. месяцу + YoY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показатели: «также растут» / «снижаются»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по смыслу: {color:...}...{color}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90888" y="1234440"/>
            <a:ext cx="1965960" cy="3794760"/>
          </a:xfrm>
          <a:prstGeom prst="roundRect">
            <a:avLst>
              <a:gd name="adj" fmla="val 4186"/>
            </a:avLst>
          </a:prstGeom>
          <a:solidFill>
            <a:srgbClr val="F7F9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55480" y="1399032"/>
            <a:ext cx="384048" cy="384048"/>
          </a:xfrm>
          <a:prstGeom prst="ellipse">
            <a:avLst/>
          </a:prstGeom>
          <a:solidFill>
            <a:srgbClr val="0CA30C"/>
          </a:solidFill>
          <a:ln/>
        </p:spPr>
      </p:sp>
      <p:sp>
        <p:nvSpPr>
          <p:cNvPr id="31" name="Text 29"/>
          <p:cNvSpPr/>
          <p:nvPr/>
        </p:nvSpPr>
        <p:spPr>
          <a:xfrm>
            <a:off x="95554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55480" y="185623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55480" y="2221992"/>
            <a:ext cx="165506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briefs_pokazateli.csv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показатель × 1 месяц = 1 бриф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текст — без HTML, готов для BI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285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</a:rPr>
              <a:t>Результат для читателя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4 короткие строки без статистических терминов. Цвет — сразу сигнал: хорошо это или плохо.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43400" y="5285232"/>
            <a:ext cx="7388352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5376672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Факт: 4.4%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(Выполнение плана: 97%)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Динамика vs авг 25: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AB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+21.1%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Также растут: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AB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«Тупиковые ответы» +29.1%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(разовый выброс),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CA3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«Кол-во сообщений на клиента» +3.2%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Снижаются: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CA3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«Доля возвратов» -2.7%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(разовый выброс)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2026-07-13T08:29:34Z</dcterms:created>
  <dcterms:modified xsi:type="dcterms:W3CDTF">2026-07-13T08:29:34Z</dcterms:modified>
</cp:coreProperties>
</file>